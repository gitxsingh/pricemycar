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printerSettings" Target="printerSettings/printerSettings1.bin"/><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 Type="http://schemas.openxmlformats.org/officeDocument/2006/relationships/presProps" Target="presProps.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Automobile Price Prediction Web App using Flask</a:t>
            </a:r>
          </a:p>
        </p:txBody>
      </p:sp>
      <p:sp>
        <p:nvSpPr>
          <p:cNvPr id="3" name="Subtitle 2"/>
          <p:cNvSpPr>
            <a:spLocks noGrp="1"/>
          </p:cNvSpPr>
          <p:nvPr>
            <p:ph type="subTitle" idx="1"/>
          </p:nvPr>
        </p:nvSpPr>
        <p:spPr/>
        <p:txBody>
          <a:bodyPr/>
          <a:lstStyle/>
          <a:p>
            <a:r>
              <a:t>Presented by: Your Name</a:t>
            </a:r>
          </a:p>
          <a:p>
            <a:r>
              <a:t>Institution/Company</a:t>
            </a:r>
          </a:p>
          <a:p>
            <a:r>
              <a:t>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This project involves developing an intelligent web application that predicts the prices of automobiles based on their specifications. With the increasing demand in the used car market, customers and dealers need a reliable tool to estimate a vehicle's price. Using machine learning techniques, we trained a model on historical automobile data and integrated it into a Flask-based web application for user-friendly interaction.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p:txBody>
          <a:bodyPr/>
          <a:lstStyle/>
          <a:p>
            <a:r>
              <a:t>Car buyers and sellers often face challenges in determining a fair price for vehicles. Manual price estimation can be inaccurate and inconsistent. Our goal is to build a system that automates price predictions using data-driven insights, reducing reliance on guesswork and enhancing decision-making.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Objectives</a:t>
            </a:r>
          </a:p>
        </p:txBody>
      </p:sp>
      <p:sp>
        <p:nvSpPr>
          <p:cNvPr id="3" name="Content Placeholder 2"/>
          <p:cNvSpPr>
            <a:spLocks noGrp="1"/>
          </p:cNvSpPr>
          <p:nvPr>
            <p:ph idx="1"/>
          </p:nvPr>
        </p:nvSpPr>
        <p:spPr/>
        <p:txBody>
          <a:bodyPr/>
          <a:lstStyle/>
          <a:p>
            <a:r>
              <a:t>• Build a machine learning model to predict car prices</a:t>
            </a:r>
          </a:p>
          <a:p>
            <a:r>
              <a:t>• Integrate the model into a Flask web application</a:t>
            </a:r>
          </a:p>
          <a:p>
            <a:r>
              <a:t>• Design a user-friendly interface for input and output</a:t>
            </a:r>
          </a:p>
          <a:p>
            <a:r>
              <a:t>• Enable real-time predictions based on user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Scope</a:t>
            </a:r>
          </a:p>
        </p:txBody>
      </p:sp>
      <p:sp>
        <p:nvSpPr>
          <p:cNvPr id="3" name="Content Placeholder 2"/>
          <p:cNvSpPr>
            <a:spLocks noGrp="1"/>
          </p:cNvSpPr>
          <p:nvPr>
            <p:ph idx="1"/>
          </p:nvPr>
        </p:nvSpPr>
        <p:spPr/>
        <p:txBody>
          <a:bodyPr/>
          <a:lstStyle/>
          <a:p>
            <a:r>
              <a:t>This project focuses on used cars and their pricing in a specific market. The app uses structured data and supports various features like brand, year, mileage, fuel type, and transmission. The scope is limited to structured numerical and categorical data input, not real-time data scraping.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Collection</a:t>
            </a:r>
          </a:p>
        </p:txBody>
      </p:sp>
      <p:sp>
        <p:nvSpPr>
          <p:cNvPr id="3" name="Content Placeholder 2"/>
          <p:cNvSpPr>
            <a:spLocks noGrp="1"/>
          </p:cNvSpPr>
          <p:nvPr>
            <p:ph idx="1"/>
          </p:nvPr>
        </p:nvSpPr>
        <p:spPr/>
        <p:txBody>
          <a:bodyPr/>
          <a:lstStyle/>
          <a:p>
            <a:r>
              <a:t>The dataset was sourced from public automobile listings and Kaggle repositories. It includes thousands of rows detailing vehicle attributes and prices. Each entry represents a used car listing, providing valuable features for training the model.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Description</a:t>
            </a:r>
          </a:p>
        </p:txBody>
      </p:sp>
      <p:sp>
        <p:nvSpPr>
          <p:cNvPr id="3" name="Content Placeholder 2"/>
          <p:cNvSpPr>
            <a:spLocks noGrp="1"/>
          </p:cNvSpPr>
          <p:nvPr>
            <p:ph idx="1"/>
          </p:nvPr>
        </p:nvSpPr>
        <p:spPr/>
        <p:txBody>
          <a:bodyPr/>
          <a:lstStyle/>
          <a:p>
            <a:r>
              <a:t>Important fields in the dataset include:</a:t>
            </a:r>
          </a:p>
          <a:p>
            <a:r>
              <a:t>• Car brand and model</a:t>
            </a:r>
          </a:p>
          <a:p>
            <a:r>
              <a:t>• Year of manufacture</a:t>
            </a:r>
          </a:p>
          <a:p>
            <a:r>
              <a:t>• Engine size and mileage</a:t>
            </a:r>
          </a:p>
          <a:p>
            <a:r>
              <a:t>• Transmission and fuel type</a:t>
            </a:r>
          </a:p>
          <a:p>
            <a:r>
              <a:t>• Selling price (target variable)</a:t>
            </a:r>
          </a:p>
          <a:p>
            <a:r>
              <a:t>These features were chosen for their influence on car value.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Cleaning</a:t>
            </a:r>
          </a:p>
        </p:txBody>
      </p:sp>
      <p:sp>
        <p:nvSpPr>
          <p:cNvPr id="3" name="Content Placeholder 2"/>
          <p:cNvSpPr>
            <a:spLocks noGrp="1"/>
          </p:cNvSpPr>
          <p:nvPr>
            <p:ph idx="1"/>
          </p:nvPr>
        </p:nvSpPr>
        <p:spPr/>
        <p:txBody>
          <a:bodyPr/>
          <a:lstStyle/>
          <a:p>
            <a:r>
              <a:t>Data cleaning involved removing null values, fixing inconsistent entries, dropping irrelevant columns, and addressing outliers. Duplicate records and unrealistic entries (e.g., mileage of 1,000,000 km) were filtered out to maintain data quality.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Feature Engineering</a:t>
            </a:r>
          </a:p>
        </p:txBody>
      </p:sp>
      <p:sp>
        <p:nvSpPr>
          <p:cNvPr id="3" name="Content Placeholder 2"/>
          <p:cNvSpPr>
            <a:spLocks noGrp="1"/>
          </p:cNvSpPr>
          <p:nvPr>
            <p:ph idx="1"/>
          </p:nvPr>
        </p:nvSpPr>
        <p:spPr/>
        <p:txBody>
          <a:bodyPr/>
          <a:lstStyle/>
          <a:p>
            <a:r>
              <a:t>• Categorical features were encoded using one-hot encoding.</a:t>
            </a:r>
          </a:p>
          <a:p>
            <a:r>
              <a:t>• Engine displacement and age of the car were calculated.</a:t>
            </a:r>
          </a:p>
          <a:p>
            <a:r>
              <a:t>• Scaling techniques like MinMaxScaler were applied to normalize numeric features.</a:t>
            </a:r>
          </a:p>
          <a:p>
            <a:r>
              <a:t>This step enhances model performance and accuracy.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Exploratory Data Analysis</a:t>
            </a:r>
          </a:p>
        </p:txBody>
      </p:sp>
      <p:sp>
        <p:nvSpPr>
          <p:cNvPr id="3" name="Content Placeholder 2"/>
          <p:cNvSpPr>
            <a:spLocks noGrp="1"/>
          </p:cNvSpPr>
          <p:nvPr>
            <p:ph idx="1"/>
          </p:nvPr>
        </p:nvSpPr>
        <p:spPr/>
        <p:txBody>
          <a:bodyPr/>
          <a:lstStyle/>
          <a:p>
            <a:r>
              <a:t>Visualizations were used to understand feature distributions and trends. Scatter plots, bar charts, and histograms revealed patterns like how mileage, age, and brand affect price. These insights guided model selection and feature importance.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Correlation Analysis</a:t>
            </a:r>
          </a:p>
        </p:txBody>
      </p:sp>
      <p:sp>
        <p:nvSpPr>
          <p:cNvPr id="3" name="Content Placeholder 2"/>
          <p:cNvSpPr>
            <a:spLocks noGrp="1"/>
          </p:cNvSpPr>
          <p:nvPr>
            <p:ph idx="1"/>
          </p:nvPr>
        </p:nvSpPr>
        <p:spPr/>
        <p:txBody>
          <a:bodyPr/>
          <a:lstStyle/>
          <a:p>
            <a:r>
              <a:t>A correlation matrix showed which features most impacted price. Features like year, engine power, and mileage had strong correlations. We avoided multicollinearity by dropping redundant or highly correlated variables.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Selection</a:t>
            </a:r>
          </a:p>
        </p:txBody>
      </p:sp>
      <p:sp>
        <p:nvSpPr>
          <p:cNvPr id="3" name="Content Placeholder 2"/>
          <p:cNvSpPr>
            <a:spLocks noGrp="1"/>
          </p:cNvSpPr>
          <p:nvPr>
            <p:ph idx="1"/>
          </p:nvPr>
        </p:nvSpPr>
        <p:spPr/>
        <p:txBody>
          <a:bodyPr/>
          <a:lstStyle/>
          <a:p>
            <a:r>
              <a:t>We evaluated various machine learning models:</a:t>
            </a:r>
          </a:p>
          <a:p>
            <a:r>
              <a:t>• Linear Regression</a:t>
            </a:r>
          </a:p>
          <a:p>
            <a:r>
              <a:t>• Decision Tree Regressor</a:t>
            </a:r>
          </a:p>
          <a:p>
            <a:r>
              <a:t>• Random Forest Regressor</a:t>
            </a:r>
          </a:p>
          <a:p>
            <a:r>
              <a:t>• XGBoost Regressor</a:t>
            </a:r>
          </a:p>
          <a:p>
            <a:r>
              <a:t>Random Forest and XGBoost performed best in balancing bias and variance.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Training</a:t>
            </a:r>
          </a:p>
        </p:txBody>
      </p:sp>
      <p:sp>
        <p:nvSpPr>
          <p:cNvPr id="3" name="Content Placeholder 2"/>
          <p:cNvSpPr>
            <a:spLocks noGrp="1"/>
          </p:cNvSpPr>
          <p:nvPr>
            <p:ph idx="1"/>
          </p:nvPr>
        </p:nvSpPr>
        <p:spPr/>
        <p:txBody>
          <a:bodyPr/>
          <a:lstStyle/>
          <a:p>
            <a:r>
              <a:t>The dataset was split into training (80%) and testing (20%) sets. Cross-validation and hyperparameter tuning were applied to maximize accuracy and reduce overfitting. The models were trained using Scikit-learn.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Evaluation Metrics</a:t>
            </a:r>
          </a:p>
        </p:txBody>
      </p:sp>
      <p:sp>
        <p:nvSpPr>
          <p:cNvPr id="3" name="Content Placeholder 2"/>
          <p:cNvSpPr>
            <a:spLocks noGrp="1"/>
          </p:cNvSpPr>
          <p:nvPr>
            <p:ph idx="1"/>
          </p:nvPr>
        </p:nvSpPr>
        <p:spPr/>
        <p:txBody>
          <a:bodyPr/>
          <a:lstStyle/>
          <a:p>
            <a:r>
              <a:t>Key metrics:</a:t>
            </a:r>
          </a:p>
          <a:p>
            <a:r>
              <a:t>• MAE (Mean Absolute Error)</a:t>
            </a:r>
          </a:p>
          <a:p>
            <a:r>
              <a:t>• MSE (Mean Squared Error)</a:t>
            </a:r>
          </a:p>
          <a:p>
            <a:r>
              <a:t>• RMSE (Root Mean Squared Error)</a:t>
            </a:r>
          </a:p>
          <a:p>
            <a:r>
              <a:t>• R² Score</a:t>
            </a:r>
          </a:p>
          <a:p>
            <a:r>
              <a:t>These metrics were used to compare models and evaluate prediction accuracy.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Performance</a:t>
            </a:r>
          </a:p>
        </p:txBody>
      </p:sp>
      <p:sp>
        <p:nvSpPr>
          <p:cNvPr id="3" name="Content Placeholder 2"/>
          <p:cNvSpPr>
            <a:spLocks noGrp="1"/>
          </p:cNvSpPr>
          <p:nvPr>
            <p:ph idx="1"/>
          </p:nvPr>
        </p:nvSpPr>
        <p:spPr/>
        <p:txBody>
          <a:bodyPr/>
          <a:lstStyle/>
          <a:p>
            <a:r>
              <a:t>Random Forest outperformed others with an RMSE of under 50,000 and R² &gt; 0.9. The model generalized well and showed strong prediction capability across a wide range of car specifications.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Final Model</a:t>
            </a:r>
          </a:p>
        </p:txBody>
      </p:sp>
      <p:sp>
        <p:nvSpPr>
          <p:cNvPr id="3" name="Content Placeholder 2"/>
          <p:cNvSpPr>
            <a:spLocks noGrp="1"/>
          </p:cNvSpPr>
          <p:nvPr>
            <p:ph idx="1"/>
          </p:nvPr>
        </p:nvSpPr>
        <p:spPr/>
        <p:txBody>
          <a:bodyPr/>
          <a:lstStyle/>
          <a:p>
            <a:r>
              <a:t>Random Forest was selected for deployment due to its robustness. Key hyperparameters included 100 estimators, max depth of 10, and minimum samples per leaf of 5. The model was serialized using joblib.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to Flask</a:t>
            </a:r>
          </a:p>
        </p:txBody>
      </p:sp>
      <p:sp>
        <p:nvSpPr>
          <p:cNvPr id="3" name="Content Placeholder 2"/>
          <p:cNvSpPr>
            <a:spLocks noGrp="1"/>
          </p:cNvSpPr>
          <p:nvPr>
            <p:ph idx="1"/>
          </p:nvPr>
        </p:nvSpPr>
        <p:spPr/>
        <p:txBody>
          <a:bodyPr/>
          <a:lstStyle/>
          <a:p>
            <a:r>
              <a:t>Flask is a lightweight Python web framework that enables easy deployment of machine learning models. It provides routing, templating, and request handling features, ideal for small web apps.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Flask Project Structure</a:t>
            </a:r>
          </a:p>
        </p:txBody>
      </p:sp>
      <p:sp>
        <p:nvSpPr>
          <p:cNvPr id="3" name="Content Placeholder 2"/>
          <p:cNvSpPr>
            <a:spLocks noGrp="1"/>
          </p:cNvSpPr>
          <p:nvPr>
            <p:ph idx="1"/>
          </p:nvPr>
        </p:nvSpPr>
        <p:spPr/>
        <p:txBody>
          <a:bodyPr/>
          <a:lstStyle/>
          <a:p>
            <a:r>
              <a:t>• app.py – main script</a:t>
            </a:r>
          </a:p>
          <a:p>
            <a:r>
              <a:t>• templates/ – HTML templates</a:t>
            </a:r>
          </a:p>
          <a:p>
            <a:r>
              <a:t>• static/ – CSS and JS files</a:t>
            </a:r>
          </a:p>
          <a:p>
            <a:r>
              <a:t>• model.pkl – serialized ML model</a:t>
            </a:r>
          </a:p>
          <a:p>
            <a:r>
              <a:t>This structure keeps the app modular and organized.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Integration</a:t>
            </a:r>
          </a:p>
        </p:txBody>
      </p:sp>
      <p:sp>
        <p:nvSpPr>
          <p:cNvPr id="3" name="Content Placeholder 2"/>
          <p:cNvSpPr>
            <a:spLocks noGrp="1"/>
          </p:cNvSpPr>
          <p:nvPr>
            <p:ph idx="1"/>
          </p:nvPr>
        </p:nvSpPr>
        <p:spPr/>
        <p:txBody>
          <a:bodyPr/>
          <a:lstStyle/>
          <a:p>
            <a:r>
              <a:t>The trained model was loaded in `app.py` using joblib. On form submission, user input is processed, passed to the model, and the predicted price is rendered on the output page.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Web Interface Design</a:t>
            </a:r>
          </a:p>
        </p:txBody>
      </p:sp>
      <p:sp>
        <p:nvSpPr>
          <p:cNvPr id="3" name="Content Placeholder 2"/>
          <p:cNvSpPr>
            <a:spLocks noGrp="1"/>
          </p:cNvSpPr>
          <p:nvPr>
            <p:ph idx="1"/>
          </p:nvPr>
        </p:nvSpPr>
        <p:spPr/>
        <p:txBody>
          <a:bodyPr/>
          <a:lstStyle/>
          <a:p>
            <a:r>
              <a:t>The frontend was designed using HTML and styled with Bootstrap. Jinja2 templates dynamically render content. Users can enter car specifications and instantly receive price predictions.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Input Form Details</a:t>
            </a:r>
          </a:p>
        </p:txBody>
      </p:sp>
      <p:sp>
        <p:nvSpPr>
          <p:cNvPr id="3" name="Content Placeholder 2"/>
          <p:cNvSpPr>
            <a:spLocks noGrp="1"/>
          </p:cNvSpPr>
          <p:nvPr>
            <p:ph idx="1"/>
          </p:nvPr>
        </p:nvSpPr>
        <p:spPr/>
        <p:txBody>
          <a:bodyPr/>
          <a:lstStyle/>
          <a:p>
            <a:r>
              <a:t>Input fields included:</a:t>
            </a:r>
          </a:p>
          <a:p>
            <a:r>
              <a:t>• Brand</a:t>
            </a:r>
          </a:p>
          <a:p>
            <a:r>
              <a:t>• Year of Manufacture</a:t>
            </a:r>
          </a:p>
          <a:p>
            <a:r>
              <a:t>• Mileage</a:t>
            </a:r>
          </a:p>
          <a:p>
            <a:r>
              <a:t>• Fuel Type</a:t>
            </a:r>
          </a:p>
          <a:p>
            <a:r>
              <a:t>• Transmission Type</a:t>
            </a:r>
          </a:p>
          <a:p>
            <a:r>
              <a:t>These fields match the model's expected input features.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Backend Logic</a:t>
            </a:r>
          </a:p>
        </p:txBody>
      </p:sp>
      <p:sp>
        <p:nvSpPr>
          <p:cNvPr id="3" name="Content Placeholder 2"/>
          <p:cNvSpPr>
            <a:spLocks noGrp="1"/>
          </p:cNvSpPr>
          <p:nvPr>
            <p:ph idx="1"/>
          </p:nvPr>
        </p:nvSpPr>
        <p:spPr/>
        <p:txBody>
          <a:bodyPr/>
          <a:lstStyle/>
          <a:p>
            <a:r>
              <a:t>Upon submission, Flask collects the form data, converts it to a feature array, and passes it to the model. The predicted price is then returned and shown on the web page.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Output Display</a:t>
            </a:r>
          </a:p>
        </p:txBody>
      </p:sp>
      <p:sp>
        <p:nvSpPr>
          <p:cNvPr id="3" name="Content Placeholder 2"/>
          <p:cNvSpPr>
            <a:spLocks noGrp="1"/>
          </p:cNvSpPr>
          <p:nvPr>
            <p:ph idx="1"/>
          </p:nvPr>
        </p:nvSpPr>
        <p:spPr/>
        <p:txBody>
          <a:bodyPr/>
          <a:lstStyle/>
          <a:p>
            <a:r>
              <a:t>The result page shows the estimated price along with a summary of user input. It includes alerts for missing or invalid entries and enhances UX with real-time feedback.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Testing</a:t>
            </a:r>
          </a:p>
        </p:txBody>
      </p:sp>
      <p:sp>
        <p:nvSpPr>
          <p:cNvPr id="3" name="Content Placeholder 2"/>
          <p:cNvSpPr>
            <a:spLocks noGrp="1"/>
          </p:cNvSpPr>
          <p:nvPr>
            <p:ph idx="1"/>
          </p:nvPr>
        </p:nvSpPr>
        <p:spPr/>
        <p:txBody>
          <a:bodyPr/>
          <a:lstStyle/>
          <a:p>
            <a:r>
              <a:t>Unit tests were written to verify form validation and model response. Manual testing was conducted for various input combinations. Edge cases were handled gracefully in the app.</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Deployment</a:t>
            </a:r>
          </a:p>
        </p:txBody>
      </p:sp>
      <p:sp>
        <p:nvSpPr>
          <p:cNvPr id="3" name="Content Placeholder 2"/>
          <p:cNvSpPr>
            <a:spLocks noGrp="1"/>
          </p:cNvSpPr>
          <p:nvPr>
            <p:ph idx="1"/>
          </p:nvPr>
        </p:nvSpPr>
        <p:spPr/>
        <p:txBody>
          <a:bodyPr/>
          <a:lstStyle/>
          <a:p>
            <a:r>
              <a:t>The app was deployed on Heroku and Render. Deployment steps included Dockerization, Procfile setup, and environment configuration. GitHub integration was used for version control.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Challenges</a:t>
            </a:r>
          </a:p>
        </p:txBody>
      </p:sp>
      <p:sp>
        <p:nvSpPr>
          <p:cNvPr id="3" name="Content Placeholder 2"/>
          <p:cNvSpPr>
            <a:spLocks noGrp="1"/>
          </p:cNvSpPr>
          <p:nvPr>
            <p:ph idx="1"/>
          </p:nvPr>
        </p:nvSpPr>
        <p:spPr/>
        <p:txBody>
          <a:bodyPr/>
          <a:lstStyle/>
          <a:p>
            <a:r>
              <a:t>Key challenges:</a:t>
            </a:r>
          </a:p>
          <a:p>
            <a:r>
              <a:t>• Parsing different input types</a:t>
            </a:r>
          </a:p>
          <a:p>
            <a:r>
              <a:t>• Deployment issues (Python version mismatches)</a:t>
            </a:r>
          </a:p>
          <a:p>
            <a:r>
              <a:t>• Model file size limits on hosting platforms</a:t>
            </a:r>
          </a:p>
          <a:p>
            <a:r>
              <a:t>These were tackled with modular code and optimization.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Solutions</a:t>
            </a:r>
          </a:p>
        </p:txBody>
      </p:sp>
      <p:sp>
        <p:nvSpPr>
          <p:cNvPr id="3" name="Content Placeholder 2"/>
          <p:cNvSpPr>
            <a:spLocks noGrp="1"/>
          </p:cNvSpPr>
          <p:nvPr>
            <p:ph idx="1"/>
          </p:nvPr>
        </p:nvSpPr>
        <p:spPr/>
        <p:txBody>
          <a:bodyPr/>
          <a:lstStyle/>
          <a:p>
            <a:r>
              <a:t>• Used custom form validators</a:t>
            </a:r>
          </a:p>
          <a:p>
            <a:r>
              <a:t>• Compressed model file with joblib</a:t>
            </a:r>
          </a:p>
          <a:p>
            <a:r>
              <a:t>• Deployed using lightweight Docker images</a:t>
            </a:r>
          </a:p>
          <a:p>
            <a:r>
              <a:t>• Streamlined model pipeline for compatibility with cloud environments.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 Summary</a:t>
            </a:r>
          </a:p>
        </p:txBody>
      </p:sp>
      <p:sp>
        <p:nvSpPr>
          <p:cNvPr id="3" name="Content Placeholder 2"/>
          <p:cNvSpPr>
            <a:spLocks noGrp="1"/>
          </p:cNvSpPr>
          <p:nvPr>
            <p:ph idx="1"/>
          </p:nvPr>
        </p:nvSpPr>
        <p:spPr/>
        <p:txBody>
          <a:bodyPr/>
          <a:lstStyle/>
          <a:p>
            <a:r>
              <a:t>• Achieved over 90% accuracy</a:t>
            </a:r>
          </a:p>
          <a:p>
            <a:r>
              <a:t>• Reduced price estimation time to seconds</a:t>
            </a:r>
          </a:p>
          <a:p>
            <a:r>
              <a:t>• Delivered user-friendly web interface</a:t>
            </a:r>
          </a:p>
          <a:p>
            <a:r>
              <a:t>• Successful cloud deployment accessible on any browser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Use Cases</a:t>
            </a:r>
          </a:p>
        </p:txBody>
      </p:sp>
      <p:sp>
        <p:nvSpPr>
          <p:cNvPr id="3" name="Content Placeholder 2"/>
          <p:cNvSpPr>
            <a:spLocks noGrp="1"/>
          </p:cNvSpPr>
          <p:nvPr>
            <p:ph idx="1"/>
          </p:nvPr>
        </p:nvSpPr>
        <p:spPr/>
        <p:txBody>
          <a:bodyPr/>
          <a:lstStyle/>
          <a:p>
            <a:r>
              <a:t>• Used car dealerships</a:t>
            </a:r>
          </a:p>
          <a:p>
            <a:r>
              <a:t>• Online car marketplaces</a:t>
            </a:r>
          </a:p>
          <a:p>
            <a:r>
              <a:t>• Individual buyers/sellers</a:t>
            </a:r>
          </a:p>
          <a:p>
            <a:r>
              <a:t>• Finance companies for asset valuation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The Flask-based automobile price predictor is a practical and efficient tool. It leverages machine learning and web development to solve a real-world problem with accuracy and accessibility.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Q&amp;A / Thank You</a:t>
            </a:r>
          </a:p>
        </p:txBody>
      </p:sp>
      <p:sp>
        <p:nvSpPr>
          <p:cNvPr id="3" name="Content Placeholder 2"/>
          <p:cNvSpPr>
            <a:spLocks noGrp="1"/>
          </p:cNvSpPr>
          <p:nvPr>
            <p:ph idx="1"/>
          </p:nvPr>
        </p:nvSpPr>
        <p:spPr/>
        <p:txBody>
          <a:bodyPr/>
          <a:lstStyle/>
          <a:p>
            <a:r>
              <a:t>Thank you for your time and attention.</a:t>
            </a:r>
          </a:p>
          <a:p>
            <a:r>
              <a:t>Questions are welcome!</a:t>
            </a:r>
          </a:p>
          <a:p>
            <a:r>
              <a:t>Contact: your.email@example.com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